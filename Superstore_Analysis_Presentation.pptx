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Data Dictionary, Analysis, Conclusion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Analysis Is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examines Superstore sales, products, customers, and shipping performance.</a:t>
            </a:r>
          </a:p>
          <a:p>
            <a:r>
              <a:t>Example: Understanding which products sell the most and which regions perform the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Order Date – Date when the order was placed</a:t>
            </a:r>
          </a:p>
          <a:p>
            <a:pPr lvl="1"/>
            <a:r>
              <a:t>Ship Date – Date when the order was shipped</a:t>
            </a:r>
          </a:p>
          <a:p>
            <a:pPr lvl="1"/>
            <a:r>
              <a:t>Sales – Revenue generated from each order</a:t>
            </a:r>
          </a:p>
          <a:p>
            <a:pPr lvl="1"/>
            <a:r>
              <a:t>Profit – Profit earned from each sale</a:t>
            </a:r>
          </a:p>
          <a:p>
            <a:pPr lvl="1"/>
            <a:r>
              <a:t>Category/Sub-Category – Product classification</a:t>
            </a:r>
          </a:p>
          <a:p>
            <a:pPr lvl="1"/>
            <a:r>
              <a:t>Region – Geographic region of sale</a:t>
            </a:r>
          </a:p>
          <a:p>
            <a:pPr lvl="1"/>
            <a:r>
              <a:t>Segment – Customer segment (Consumer, Corporate, Home Office)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Columns Used 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Sales, Profit, Quantity</a:t>
            </a:r>
          </a:p>
          <a:p>
            <a:pPr lvl="1"/>
            <a:r>
              <a:t>Category, Sub-Category</a:t>
            </a:r>
          </a:p>
          <a:p>
            <a:pPr lvl="1"/>
            <a:r>
              <a:t>Region, Segment</a:t>
            </a:r>
          </a:p>
          <a:p>
            <a:pPr lvl="1"/>
            <a:r>
              <a:t>Order Date, Ship Date</a:t>
            </a:r>
          </a:p>
          <a:p>
            <a:pPr lvl="1"/>
            <a:r>
              <a:t>Shipping Delay (calculated)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rPr sz="2400"/>
              <a:t>Sales Overview: Total Sales, Profit, Quantity, Discount</a:t>
            </a:r>
            <a:endParaRPr sz="2400"/>
          </a:p>
          <a:p>
            <a:pPr lvl="1"/>
            <a:r>
              <a:rPr sz="2400"/>
              <a:t>Trend Analysis: Monthly sales trend</a:t>
            </a:r>
            <a:endParaRPr sz="2400"/>
          </a:p>
          <a:p>
            <a:pPr lvl="1"/>
            <a:r>
              <a:rPr sz="2400"/>
              <a:t>Category &amp; Product Analysis: Top products, sub-category performance</a:t>
            </a:r>
            <a:endParaRPr sz="2400"/>
          </a:p>
          <a:p>
            <a:pPr lvl="1"/>
            <a:r>
              <a:rPr sz="2400"/>
              <a:t>Regional Performance: Sales and delay comparison</a:t>
            </a:r>
            <a:endParaRPr sz="2400"/>
          </a:p>
          <a:p>
            <a:pPr lvl="1"/>
            <a:r>
              <a:rPr sz="2400"/>
              <a:t>Customer Insights: Segment-wise sales contribution</a:t>
            </a:r>
            <a:endParaRPr sz="2400"/>
          </a:p>
          <a:p>
            <a:pPr lvl="1"/>
            <a:r>
              <a:rPr sz="2400"/>
              <a:t>Shipping Insights: Average shipping delay by region &amp; shipping mode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Technology category leads in both sales and profit.</a:t>
            </a:r>
          </a:p>
          <a:p>
            <a:pPr lvl="1"/>
            <a:r>
              <a:t>West and East regions perform the best.</a:t>
            </a:r>
          </a:p>
          <a:p>
            <a:pPr lvl="1"/>
            <a:r>
              <a:t>Shipping delays vary significantly across regions.</a:t>
            </a:r>
          </a:p>
          <a:p>
            <a:pPr lvl="1"/>
            <a:r>
              <a:t>Customer demand is increasing year-over-year.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Improve logistics in regions with higher shipping delays.</a:t>
            </a:r>
          </a:p>
          <a:p>
            <a:pPr lvl="1"/>
            <a:r>
              <a:t>Focus more on high-profit categories like Technology.</a:t>
            </a:r>
          </a:p>
          <a:p>
            <a:pPr lvl="1"/>
            <a:r>
              <a:t>Review Furniture pricing/discount strategy to improve profit.</a:t>
            </a:r>
          </a:p>
          <a:p>
            <a:pPr lvl="1"/>
            <a:r>
              <a:t>Run targeted campaigns for high-value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WPS Presentation</Application>
  <PresentationFormat>On-screen Show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Superstore Sales Analysis</vt:lpstr>
      <vt:lpstr>What This Analysis Is About</vt:lpstr>
      <vt:lpstr>Data Dictionary</vt:lpstr>
      <vt:lpstr>Columns Used in Dashboard</vt:lpstr>
      <vt:lpstr>Analysis Performed</vt:lpstr>
      <vt:lpstr>Conclusion</vt:lpstr>
      <vt:lpstr>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google1596611690</cp:lastModifiedBy>
  <cp:revision>2</cp:revision>
  <dcterms:created xsi:type="dcterms:W3CDTF">2013-01-27T09:14:00Z</dcterms:created>
  <dcterms:modified xsi:type="dcterms:W3CDTF">2025-11-26T18:28:53Z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CE28D58C3DE54339993B7634CCEE0FA3_12</vt:lpwstr>
  </property>
  <property fmtid="{D5CDD505-2E9C-101B-9397-08002B2CF9AE}" pid="3" name="KSOProductBuildVer">
    <vt:lpwstr>1033-12.2.0.23155</vt:lpwstr>
  </property>
</Properties>
</file>